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SOUTH KOREA</a:t>
            </a:r>
          </a:p>
          <a:p>
            <a:pPr algn="ctr">
              <a:defRPr sz="2800">
                <a:solidFill>
                  <a:srgbClr val="BBCCEE"/>
                </a:solidFill>
              </a:defRPr>
            </a:pPr>
            <a:r>
              <a:t>The Land of the Morning Calm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Official name: Republic of Korea (대한민국)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Capital: Seoul — one of the world's largest metropolitan areas (~9.7 million)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Population: ~51.7 million people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Language: Korean (Hangul alphabet, created in 1443 by King Sejong)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Currency: South Korean Won (₩)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A dynamic blend of ancient tradition and cutting-edge modernity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Geography &amp; Climate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Located on the southern half of the Korean Peninsula in East Asia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Bordered by North Korea to the north; surrounded by seas on three sides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Mountainous terrain — about 70% of the land is mountains and hills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Four distinct seasons: spring cherry blossoms, hot summers, vivid autumns, snowy winters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Famous landmarks: Hallasan (Jeju Island), Seoraksan, N Seoul Tower, Han 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History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Ancient kingdoms: Gojoseon, then the Three Kingdoms era (Goguryeo, Baekje, Silla)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1392–1897: Joseon Dynasty — Confucian ideals, Hangul script, palaces in Seoul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1910–1945: Japanese colonial rule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1948: Republic of Korea established after liberation and division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1950–1953: Korean War; peninsula divided along the DMZ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1960s–present: 'Miracle on the Han River' — rapid industrialization to a top-10 global economy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Culture &amp; Traditions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Hangeul: one of the most scientific writing systems in the world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Hanbok: traditional clothing worn at holidays and celebrations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Chuseok (harvest festival) and Seollal (Lunar New Year) are major holidays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Values: respect for elders, family, education, and community (jeong)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UNESCO heritage: Jongmyo Shrine, Changdeokgung Palace, Kimjang (kimchi-making), Arirang song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Korean Cuisine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Kimchi: fermented vegetables — the heart of every Korean meal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Bibimbap: mixed rice with vegetables, meat, egg, and gochujang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Bulgogi &amp; samgyeopsal: beloved grilled meat dishes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Tteokbokki, ramyeon, kimbap: iconic street food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Korean fried chicken, bingsu (shaved ice dessert), and endless banchan side dishes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Food culture: sharing dishes, elders eat first, pouring drinks for 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Hallyu — the Korean 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K-pop: global phenomenon led by BTS, BLACKPINK, EXO, and more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K-dramas: 'Squid Game', 'Crash Landing on You', 'Parasite' (Oscar winner, 2020)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K-beauty: skincare routines and cosmetics shaping global beauty trends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Hallyu drives tourism, language learning, and cultural exchange worldwide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Economy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Top-10 global economy; member of G20 and OECD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Global tech leaders: Samsung, LG, SK — semiconductors, smartphones, displays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Hyundai &amp; Kia: world-class automotive industry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Fastest internet speeds and highest smartphone adoption in the world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Esports capital of the world — home of pro gaming (StarCraft, League of Legends)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Tourism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Seoul: Gyeongbokgung Palace, Myeongdong, Hongdae, Bukchon Hanok Village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Busan: beaches, Jagalchi Fish Market, Gamcheon Culture Village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Jeju Island: volcanic island, honeymoon capital, UNESCO sites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DMZ tours: a glimpse into the divided peninsula's history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Night markets, jjimjilbang (spas), noraebang (karaoke) — experiences unique to Korea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Fun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South Koreans are considered one year old at birth (traditional age counting)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Seoul's subway is one of the world's best — wifi, heated seats, spotless stations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Valentine's Day (Feb 14) is when women give chocolate; men return the favor on White Day (Mar 14)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The national obsession: hiking — mountains are crowded every weekend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Korea has the world's lowest birth rate — a major social topic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South Korea: a nation that rebuilt itself into a cultural and technological powerhouse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Where 600-year-old palaces stand beside futuristic skyscrapers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From kimchi to K-pop — its influence touches every corner of the globe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Kamsahamnida — thank you for watching!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